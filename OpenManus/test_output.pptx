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t>销售数据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A产品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销量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B产品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销量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150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C产品</c:v>
                </c:pt>
              </c:strCache>
            </c:strRef>
          </c:tx>
          <c:cat>
            <c:strRef>
              <c:f>Sheet1!$A$2:$A$2</c:f>
              <c:strCache>
                <c:ptCount val="1"/>
                <c:pt idx="0">
                  <c:v>销量</c:v>
                </c:pt>
              </c:strCache>
            </c:strRef>
          </c:cat>
          <c:val>
            <c:numRef>
              <c:f>Sheet1!$D$2:$D$2</c:f>
              <c:numCache>
                <c:formatCode>General</c:formatCode>
                <c:ptCount val="1"/>
                <c:pt idx="0">
                  <c:v>80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测试标题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副标题内容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目录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• 第一部分</a:t>
            </a:r>
          </a:p>
          <a:p>
            <a:pPr/>
            <a:r>
              <a:t>• 第二部分</a:t>
            </a:r>
          </a:p>
          <a:p>
            <a:pPr/>
            <a:r>
              <a:t>• 第三部分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对比分析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左侧内容A</a:t>
            </a:r>
          </a:p>
          <a:p>
            <a:r>
              <a:t>• 左侧内容B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1371600"/>
            <a:ext cx="3886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• 右侧内容A</a:t>
            </a:r>
          </a:p>
          <a:p>
            <a:r>
              <a:t>• 右侧内容B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销售数据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subject/>
  <dc:creator>DataAgent</dc:creator>
  <cp:keywords/>
  <dc:description>generated using python-pptx</dc:description>
  <cp:lastModifiedBy>Steve Canny</cp:lastModifiedBy>
  <cp:revision>1</cp:revision>
  <dcterms:created xsi:type="dcterms:W3CDTF">2026-05-15T13:48:24Z</dcterms:created>
  <dcterms:modified xsi:type="dcterms:W3CDTF">2013-01-27T09:15:58Z</dcterms:modified>
  <cp:category/>
</cp:coreProperties>
</file>