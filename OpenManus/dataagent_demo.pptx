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DataAgent - 万能智能助手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让AI成为你的得力助手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产品介绍</a:t>
            </a:r>
          </a:p>
          <a:p>
            <a:pPr/>
            <a:r>
              <a:t>2. 核心功能</a:t>
            </a:r>
          </a:p>
          <a:p>
            <a:pPr/>
            <a:r>
              <a:t>• 3. 应用场景</a:t>
            </a:r>
          </a:p>
          <a:p>
            <a:pPr/>
            <a:r>
              <a:t>• 4. 技术架构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DataAgent 是一个完整的智能助手系统</a:t>
            </a:r>
          </a:p>
          <a:p>
            <a:pPr/>
            <a:r>
              <a:t>• 支持自然语言对话、代码执行、图表生成</a:t>
            </a:r>
          </a:p>
          <a:p>
            <a:pPr/>
            <a:r>
              <a:t>• 集成知识库管理、技能系统、MCP工具</a:t>
            </a:r>
          </a:p>
          <a:p>
            <a:pPr/>
            <a:r>
              <a:t>• 提供完整的文档处理能力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💬 智能对话 - 自然语言理解、上下文记忆、多轮对话</a:t>
            </a:r>
          </a:p>
          <a:p>
            <a:pPr/>
            <a:r>
              <a:t>• 📄 文档处理 - PPT生成、会议纪要、文档摘要</a:t>
            </a:r>
          </a:p>
          <a:p>
            <a:pPr/>
            <a:r>
              <a:t>• 📊 数据分析 - 数据处理、图表生成、统计分析</a:t>
            </a:r>
          </a:p>
          <a:p>
            <a:pPr/>
            <a:r>
              <a:t>• 🎯 项目管理 - 待办跟踪、报告生成、进度监控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办公场景：</a:t>
            </a:r>
          </a:p>
          <a:p>
            <a:pPr/>
            <a:r>
              <a:t>• 会议纪要生成</a:t>
            </a:r>
          </a:p>
          <a:p>
            <a:pPr/>
            <a:r>
              <a:t>• 周报自动编写</a:t>
            </a:r>
          </a:p>
          <a:p>
            <a:pPr/>
            <a:r>
              <a:t>• 项目管理协助</a:t>
            </a:r>
          </a:p>
          <a:p>
            <a:pPr/>
            <a:r>
              <a:t>• </a:t>
            </a:r>
          </a:p>
          <a:p>
            <a:pPr/>
            <a:r>
              <a:t>• 技术场景：</a:t>
            </a:r>
          </a:p>
          <a:p>
            <a:pPr/>
            <a:r>
              <a:t>• 代码审查</a:t>
            </a:r>
          </a:p>
          <a:p>
            <a:pPr/>
            <a:r>
              <a:t>• 数据分析</a:t>
            </a:r>
          </a:p>
          <a:p>
            <a:pPr/>
            <a:r>
              <a:t>• 技术方案设计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后端: FastAPI + Python</a:t>
            </a:r>
          </a:p>
          <a:p>
            <a:pPr/>
            <a:r>
              <a:t>• 前端: HTML + JavaScript + CSS</a:t>
            </a:r>
          </a:p>
          <a:p>
            <a:pPr/>
            <a:r>
              <a:t>• AI: 支持多种大语言模型</a:t>
            </a:r>
          </a:p>
          <a:p>
            <a:pPr/>
            <a:r>
              <a:t>• 数据库: SQLite + 向量存储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 时间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DataAgent</dc:creator>
  <cp:keywords/>
  <dc:description>generated using python-pptx</dc:description>
  <cp:lastModifiedBy>Steve Canny</cp:lastModifiedBy>
  <cp:revision>1</cp:revision>
  <dcterms:created xsi:type="dcterms:W3CDTF">2026-05-14T08:21:43Z</dcterms:created>
  <dcterms:modified xsi:type="dcterms:W3CDTF">2013-01-27T09:15:58Z</dcterms:modified>
  <cp:category/>
</cp:coreProperties>
</file>