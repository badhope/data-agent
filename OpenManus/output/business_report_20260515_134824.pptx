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数据分析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cat>
            <c:numRef>
              <c:f>Sheet1!$A$2:$A$2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cat>
            <c:numRef>
              <c:f>Sheet1!$A$2:$A$2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cat>
          <c:val>
            <c:numRef>
              <c:f>Sheet1!$C$2:$C$2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Q4</c:v>
                </c:pt>
              </c:strCache>
            </c:strRef>
          </c:tx>
          <c:cat>
            <c:numRef>
              <c:f>Sheet1!$A$2:$A$2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cat>
          <c:val>
            <c:numRef>
              <c:f>Sheet1!$D$2:$D$2</c:f>
              <c:numCache>
                <c:formatCode>General</c:formatCode>
                <c:ptCount val="1"/>
                <c:pt idx="0">
                  <c:v>220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2026年度商业报告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数据分析与业务展望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业务增长</a:t>
            </a:r>
          </a:p>
          <a:p>
            <a:pPr/>
            <a:r>
              <a:t>• 市场分析</a:t>
            </a:r>
          </a:p>
          <a:p>
            <a:pPr/>
            <a:r>
              <a:t>• 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数据分析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业绩增长显著</a:t>
            </a:r>
          </a:p>
          <a:p>
            <a:pPr/>
            <a:r>
              <a:t>• 市场份额提升</a:t>
            </a:r>
          </a:p>
          <a:p>
            <a:pPr/>
            <a:r>
              <a:t>• 持续创新发展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DataAgent</dc:creator>
  <cp:keywords/>
  <dc:description>generated using python-pptx</dc:description>
  <cp:lastModifiedBy>Steve Canny</cp:lastModifiedBy>
  <cp:revision>1</cp:revision>
  <dcterms:created xsi:type="dcterms:W3CDTF">2026-05-15T13:48:24Z</dcterms:created>
  <dcterms:modified xsi:type="dcterms:W3CDTF">2013-01-27T09:15:58Z</dcterms:modified>
  <cp:category/>
</cp:coreProperties>
</file>